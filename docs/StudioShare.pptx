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4" d="100"/>
          <a:sy n="104" d="100"/>
        </p:scale>
        <p:origin x="14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3572C-90CB-3D22-6CB4-DE948AA9E6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8079578-072A-90D8-9C31-0BCFC2B2AE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AFA85D-76EF-EAA8-4C77-3AFE62A87222}"/>
              </a:ext>
            </a:extLst>
          </p:cNvPr>
          <p:cNvSpPr>
            <a:spLocks noGrp="1"/>
          </p:cNvSpPr>
          <p:nvPr>
            <p:ph type="dt" sz="half" idx="10"/>
          </p:nvPr>
        </p:nvSpPr>
        <p:spPr/>
        <p:txBody>
          <a:bodyPr/>
          <a:lstStyle/>
          <a:p>
            <a:fld id="{BE99CD94-6A51-4A55-8E8E-C1A2D4B0CF49}" type="datetimeFigureOut">
              <a:rPr lang="en-US" smtClean="0"/>
              <a:t>9/24/2026</a:t>
            </a:fld>
            <a:endParaRPr lang="en-US"/>
          </a:p>
        </p:txBody>
      </p:sp>
      <p:sp>
        <p:nvSpPr>
          <p:cNvPr id="5" name="Footer Placeholder 4">
            <a:extLst>
              <a:ext uri="{FF2B5EF4-FFF2-40B4-BE49-F238E27FC236}">
                <a16:creationId xmlns:a16="http://schemas.microsoft.com/office/drawing/2014/main" id="{31D8DFDE-3295-70EA-EF5B-E917AD157B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6A552A-15BF-F4EC-2FC9-6704C1096A4C}"/>
              </a:ext>
            </a:extLst>
          </p:cNvPr>
          <p:cNvSpPr>
            <a:spLocks noGrp="1"/>
          </p:cNvSpPr>
          <p:nvPr>
            <p:ph type="sldNum" sz="quarter" idx="12"/>
          </p:nvPr>
        </p:nvSpPr>
        <p:spPr/>
        <p:txBody>
          <a:bodyPr/>
          <a:lstStyle/>
          <a:p>
            <a:fld id="{A58D343A-4958-4276-A994-643E6E6977EE}" type="slidenum">
              <a:rPr lang="en-US" smtClean="0"/>
              <a:t>‹#›</a:t>
            </a:fld>
            <a:endParaRPr lang="en-US"/>
          </a:p>
        </p:txBody>
      </p:sp>
    </p:spTree>
    <p:extLst>
      <p:ext uri="{BB962C8B-B14F-4D97-AF65-F5344CB8AC3E}">
        <p14:creationId xmlns:p14="http://schemas.microsoft.com/office/powerpoint/2010/main" val="332814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7AC4E-87EC-C069-7D4B-6AD858A7C3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AC56EC-DCAA-D038-B8A5-E079FF3F64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D98327-A154-9789-D651-03AB1D9F9307}"/>
              </a:ext>
            </a:extLst>
          </p:cNvPr>
          <p:cNvSpPr>
            <a:spLocks noGrp="1"/>
          </p:cNvSpPr>
          <p:nvPr>
            <p:ph type="dt" sz="half" idx="10"/>
          </p:nvPr>
        </p:nvSpPr>
        <p:spPr/>
        <p:txBody>
          <a:bodyPr/>
          <a:lstStyle/>
          <a:p>
            <a:fld id="{BE99CD94-6A51-4A55-8E8E-C1A2D4B0CF49}" type="datetimeFigureOut">
              <a:rPr lang="en-US" smtClean="0"/>
              <a:t>9/24/2026</a:t>
            </a:fld>
            <a:endParaRPr lang="en-US"/>
          </a:p>
        </p:txBody>
      </p:sp>
      <p:sp>
        <p:nvSpPr>
          <p:cNvPr id="5" name="Footer Placeholder 4">
            <a:extLst>
              <a:ext uri="{FF2B5EF4-FFF2-40B4-BE49-F238E27FC236}">
                <a16:creationId xmlns:a16="http://schemas.microsoft.com/office/drawing/2014/main" id="{241753F8-FCAA-8235-2519-6EDB8CC678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43919D-D1C4-6222-44CE-8BF69372DF40}"/>
              </a:ext>
            </a:extLst>
          </p:cNvPr>
          <p:cNvSpPr>
            <a:spLocks noGrp="1"/>
          </p:cNvSpPr>
          <p:nvPr>
            <p:ph type="sldNum" sz="quarter" idx="12"/>
          </p:nvPr>
        </p:nvSpPr>
        <p:spPr/>
        <p:txBody>
          <a:bodyPr/>
          <a:lstStyle/>
          <a:p>
            <a:fld id="{A58D343A-4958-4276-A994-643E6E6977EE}" type="slidenum">
              <a:rPr lang="en-US" smtClean="0"/>
              <a:t>‹#›</a:t>
            </a:fld>
            <a:endParaRPr lang="en-US"/>
          </a:p>
        </p:txBody>
      </p:sp>
    </p:spTree>
    <p:extLst>
      <p:ext uri="{BB962C8B-B14F-4D97-AF65-F5344CB8AC3E}">
        <p14:creationId xmlns:p14="http://schemas.microsoft.com/office/powerpoint/2010/main" val="1612556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D9C31-855E-938A-50FC-666BAEBD95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9313B4A-A27C-243A-891E-101583FF4D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D63E4C-F25D-0171-C86B-97135B226A02}"/>
              </a:ext>
            </a:extLst>
          </p:cNvPr>
          <p:cNvSpPr>
            <a:spLocks noGrp="1"/>
          </p:cNvSpPr>
          <p:nvPr>
            <p:ph type="dt" sz="half" idx="10"/>
          </p:nvPr>
        </p:nvSpPr>
        <p:spPr/>
        <p:txBody>
          <a:bodyPr/>
          <a:lstStyle/>
          <a:p>
            <a:fld id="{BE99CD94-6A51-4A55-8E8E-C1A2D4B0CF49}" type="datetimeFigureOut">
              <a:rPr lang="en-US" smtClean="0"/>
              <a:t>9/24/2026</a:t>
            </a:fld>
            <a:endParaRPr lang="en-US"/>
          </a:p>
        </p:txBody>
      </p:sp>
      <p:sp>
        <p:nvSpPr>
          <p:cNvPr id="5" name="Footer Placeholder 4">
            <a:extLst>
              <a:ext uri="{FF2B5EF4-FFF2-40B4-BE49-F238E27FC236}">
                <a16:creationId xmlns:a16="http://schemas.microsoft.com/office/drawing/2014/main" id="{2A81E038-FE10-0018-816A-31EE490D4B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402E38-FD22-46FF-153C-8B6DECB4F4D3}"/>
              </a:ext>
            </a:extLst>
          </p:cNvPr>
          <p:cNvSpPr>
            <a:spLocks noGrp="1"/>
          </p:cNvSpPr>
          <p:nvPr>
            <p:ph type="sldNum" sz="quarter" idx="12"/>
          </p:nvPr>
        </p:nvSpPr>
        <p:spPr/>
        <p:txBody>
          <a:bodyPr/>
          <a:lstStyle/>
          <a:p>
            <a:fld id="{A58D343A-4958-4276-A994-643E6E6977EE}" type="slidenum">
              <a:rPr lang="en-US" smtClean="0"/>
              <a:t>‹#›</a:t>
            </a:fld>
            <a:endParaRPr lang="en-US"/>
          </a:p>
        </p:txBody>
      </p:sp>
    </p:spTree>
    <p:extLst>
      <p:ext uri="{BB962C8B-B14F-4D97-AF65-F5344CB8AC3E}">
        <p14:creationId xmlns:p14="http://schemas.microsoft.com/office/powerpoint/2010/main" val="2403011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FA66D-158F-AEB1-7625-EB79121E8E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4D81BD-7955-FF56-7F2C-BF451D794B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92E0B8-7EE4-A451-8BC9-4922516C99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12EC0A-304E-9CB7-73CF-0DC22C2B5175}"/>
              </a:ext>
            </a:extLst>
          </p:cNvPr>
          <p:cNvSpPr>
            <a:spLocks noGrp="1"/>
          </p:cNvSpPr>
          <p:nvPr>
            <p:ph type="dt" sz="half" idx="10"/>
          </p:nvPr>
        </p:nvSpPr>
        <p:spPr/>
        <p:txBody>
          <a:bodyPr/>
          <a:lstStyle/>
          <a:p>
            <a:fld id="{BE99CD94-6A51-4A55-8E8E-C1A2D4B0CF49}" type="datetimeFigureOut">
              <a:rPr lang="en-US" smtClean="0"/>
              <a:t>9/24/2026</a:t>
            </a:fld>
            <a:endParaRPr lang="en-US"/>
          </a:p>
        </p:txBody>
      </p:sp>
      <p:sp>
        <p:nvSpPr>
          <p:cNvPr id="6" name="Footer Placeholder 5">
            <a:extLst>
              <a:ext uri="{FF2B5EF4-FFF2-40B4-BE49-F238E27FC236}">
                <a16:creationId xmlns:a16="http://schemas.microsoft.com/office/drawing/2014/main" id="{FE6F20DB-E1A3-3DBE-D3C3-F3A87DBCF0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54F947-741C-2505-BD44-596489834004}"/>
              </a:ext>
            </a:extLst>
          </p:cNvPr>
          <p:cNvSpPr>
            <a:spLocks noGrp="1"/>
          </p:cNvSpPr>
          <p:nvPr>
            <p:ph type="sldNum" sz="quarter" idx="12"/>
          </p:nvPr>
        </p:nvSpPr>
        <p:spPr/>
        <p:txBody>
          <a:bodyPr/>
          <a:lstStyle/>
          <a:p>
            <a:fld id="{A58D343A-4958-4276-A994-643E6E6977EE}" type="slidenum">
              <a:rPr lang="en-US" smtClean="0"/>
              <a:t>‹#›</a:t>
            </a:fld>
            <a:endParaRPr lang="en-US"/>
          </a:p>
        </p:txBody>
      </p:sp>
    </p:spTree>
    <p:extLst>
      <p:ext uri="{BB962C8B-B14F-4D97-AF65-F5344CB8AC3E}">
        <p14:creationId xmlns:p14="http://schemas.microsoft.com/office/powerpoint/2010/main" val="770798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C6721-7ECF-FD6A-F5A6-6886919521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B58C25-6412-331F-C14D-18D65485EE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2F3F8B-77E6-94A9-A3DC-F3FF96841A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6AE052-3A92-376D-C4ED-A8E27B9B86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FD673E-A4D4-D17D-B7C7-CA6FA3B1B2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04EFE3-03D7-98D3-56B2-8BC6F2376415}"/>
              </a:ext>
            </a:extLst>
          </p:cNvPr>
          <p:cNvSpPr>
            <a:spLocks noGrp="1"/>
          </p:cNvSpPr>
          <p:nvPr>
            <p:ph type="dt" sz="half" idx="10"/>
          </p:nvPr>
        </p:nvSpPr>
        <p:spPr/>
        <p:txBody>
          <a:bodyPr/>
          <a:lstStyle/>
          <a:p>
            <a:fld id="{BE99CD94-6A51-4A55-8E8E-C1A2D4B0CF49}" type="datetimeFigureOut">
              <a:rPr lang="en-US" smtClean="0"/>
              <a:t>9/24/2026</a:t>
            </a:fld>
            <a:endParaRPr lang="en-US"/>
          </a:p>
        </p:txBody>
      </p:sp>
      <p:sp>
        <p:nvSpPr>
          <p:cNvPr id="8" name="Footer Placeholder 7">
            <a:extLst>
              <a:ext uri="{FF2B5EF4-FFF2-40B4-BE49-F238E27FC236}">
                <a16:creationId xmlns:a16="http://schemas.microsoft.com/office/drawing/2014/main" id="{25DB5FD8-6E6E-26CC-D035-EC00DC311F9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6BE432A-B67C-9540-CB28-4A867D5D8B21}"/>
              </a:ext>
            </a:extLst>
          </p:cNvPr>
          <p:cNvSpPr>
            <a:spLocks noGrp="1"/>
          </p:cNvSpPr>
          <p:nvPr>
            <p:ph type="sldNum" sz="quarter" idx="12"/>
          </p:nvPr>
        </p:nvSpPr>
        <p:spPr/>
        <p:txBody>
          <a:bodyPr/>
          <a:lstStyle/>
          <a:p>
            <a:fld id="{A58D343A-4958-4276-A994-643E6E6977EE}" type="slidenum">
              <a:rPr lang="en-US" smtClean="0"/>
              <a:t>‹#›</a:t>
            </a:fld>
            <a:endParaRPr lang="en-US"/>
          </a:p>
        </p:txBody>
      </p:sp>
    </p:spTree>
    <p:extLst>
      <p:ext uri="{BB962C8B-B14F-4D97-AF65-F5344CB8AC3E}">
        <p14:creationId xmlns:p14="http://schemas.microsoft.com/office/powerpoint/2010/main" val="1482820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37167-33AB-BE3A-50DC-E025AAF415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620D93-AD35-9AD1-0BBF-75FC44AF2102}"/>
              </a:ext>
            </a:extLst>
          </p:cNvPr>
          <p:cNvSpPr>
            <a:spLocks noGrp="1"/>
          </p:cNvSpPr>
          <p:nvPr>
            <p:ph type="dt" sz="half" idx="10"/>
          </p:nvPr>
        </p:nvSpPr>
        <p:spPr/>
        <p:txBody>
          <a:bodyPr/>
          <a:lstStyle/>
          <a:p>
            <a:fld id="{BE99CD94-6A51-4A55-8E8E-C1A2D4B0CF49}" type="datetimeFigureOut">
              <a:rPr lang="en-US" smtClean="0"/>
              <a:t>9/24/2026</a:t>
            </a:fld>
            <a:endParaRPr lang="en-US"/>
          </a:p>
        </p:txBody>
      </p:sp>
      <p:sp>
        <p:nvSpPr>
          <p:cNvPr id="4" name="Footer Placeholder 3">
            <a:extLst>
              <a:ext uri="{FF2B5EF4-FFF2-40B4-BE49-F238E27FC236}">
                <a16:creationId xmlns:a16="http://schemas.microsoft.com/office/drawing/2014/main" id="{41D0243B-6BD1-45C8-DE4C-6C0B50E4C4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9CC4A6-72F5-377D-66E7-5E926323256F}"/>
              </a:ext>
            </a:extLst>
          </p:cNvPr>
          <p:cNvSpPr>
            <a:spLocks noGrp="1"/>
          </p:cNvSpPr>
          <p:nvPr>
            <p:ph type="sldNum" sz="quarter" idx="12"/>
          </p:nvPr>
        </p:nvSpPr>
        <p:spPr/>
        <p:txBody>
          <a:bodyPr/>
          <a:lstStyle/>
          <a:p>
            <a:fld id="{A58D343A-4958-4276-A994-643E6E6977EE}" type="slidenum">
              <a:rPr lang="en-US" smtClean="0"/>
              <a:t>‹#›</a:t>
            </a:fld>
            <a:endParaRPr lang="en-US"/>
          </a:p>
        </p:txBody>
      </p:sp>
    </p:spTree>
    <p:extLst>
      <p:ext uri="{BB962C8B-B14F-4D97-AF65-F5344CB8AC3E}">
        <p14:creationId xmlns:p14="http://schemas.microsoft.com/office/powerpoint/2010/main" val="598745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C20D96-A876-E9BB-659B-9D524E96EE52}"/>
              </a:ext>
            </a:extLst>
          </p:cNvPr>
          <p:cNvSpPr>
            <a:spLocks noGrp="1"/>
          </p:cNvSpPr>
          <p:nvPr>
            <p:ph type="dt" sz="half" idx="10"/>
          </p:nvPr>
        </p:nvSpPr>
        <p:spPr/>
        <p:txBody>
          <a:bodyPr/>
          <a:lstStyle/>
          <a:p>
            <a:fld id="{BE99CD94-6A51-4A55-8E8E-C1A2D4B0CF49}" type="datetimeFigureOut">
              <a:rPr lang="en-US" smtClean="0"/>
              <a:t>9/24/2026</a:t>
            </a:fld>
            <a:endParaRPr lang="en-US"/>
          </a:p>
        </p:txBody>
      </p:sp>
      <p:sp>
        <p:nvSpPr>
          <p:cNvPr id="3" name="Footer Placeholder 2">
            <a:extLst>
              <a:ext uri="{FF2B5EF4-FFF2-40B4-BE49-F238E27FC236}">
                <a16:creationId xmlns:a16="http://schemas.microsoft.com/office/drawing/2014/main" id="{7D58D75F-8806-BF61-0DF8-9198C6C6840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E81809-0938-29EE-F7AA-1B66FFF2765F}"/>
              </a:ext>
            </a:extLst>
          </p:cNvPr>
          <p:cNvSpPr>
            <a:spLocks noGrp="1"/>
          </p:cNvSpPr>
          <p:nvPr>
            <p:ph type="sldNum" sz="quarter" idx="12"/>
          </p:nvPr>
        </p:nvSpPr>
        <p:spPr/>
        <p:txBody>
          <a:bodyPr/>
          <a:lstStyle/>
          <a:p>
            <a:fld id="{A58D343A-4958-4276-A994-643E6E6977EE}" type="slidenum">
              <a:rPr lang="en-US" smtClean="0"/>
              <a:t>‹#›</a:t>
            </a:fld>
            <a:endParaRPr lang="en-US"/>
          </a:p>
        </p:txBody>
      </p:sp>
    </p:spTree>
    <p:extLst>
      <p:ext uri="{BB962C8B-B14F-4D97-AF65-F5344CB8AC3E}">
        <p14:creationId xmlns:p14="http://schemas.microsoft.com/office/powerpoint/2010/main" val="9768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6C7AB-682B-6D79-B338-13E2883BF5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7D2F6B-365A-8F9B-FCA4-DD7A690FEE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6D9BD8-A137-30A7-6574-A4A386FC1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8A77FC-D306-D156-8326-F726DBC8D86D}"/>
              </a:ext>
            </a:extLst>
          </p:cNvPr>
          <p:cNvSpPr>
            <a:spLocks noGrp="1"/>
          </p:cNvSpPr>
          <p:nvPr>
            <p:ph type="dt" sz="half" idx="10"/>
          </p:nvPr>
        </p:nvSpPr>
        <p:spPr/>
        <p:txBody>
          <a:bodyPr/>
          <a:lstStyle/>
          <a:p>
            <a:fld id="{BE99CD94-6A51-4A55-8E8E-C1A2D4B0CF49}" type="datetimeFigureOut">
              <a:rPr lang="en-US" smtClean="0"/>
              <a:t>9/24/2026</a:t>
            </a:fld>
            <a:endParaRPr lang="en-US"/>
          </a:p>
        </p:txBody>
      </p:sp>
      <p:sp>
        <p:nvSpPr>
          <p:cNvPr id="6" name="Footer Placeholder 5">
            <a:extLst>
              <a:ext uri="{FF2B5EF4-FFF2-40B4-BE49-F238E27FC236}">
                <a16:creationId xmlns:a16="http://schemas.microsoft.com/office/drawing/2014/main" id="{43EE773D-9840-BAB5-967C-33997F3EC7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FCDCED-808B-A4EE-6B01-A673C6FBE1D4}"/>
              </a:ext>
            </a:extLst>
          </p:cNvPr>
          <p:cNvSpPr>
            <a:spLocks noGrp="1"/>
          </p:cNvSpPr>
          <p:nvPr>
            <p:ph type="sldNum" sz="quarter" idx="12"/>
          </p:nvPr>
        </p:nvSpPr>
        <p:spPr/>
        <p:txBody>
          <a:bodyPr/>
          <a:lstStyle/>
          <a:p>
            <a:fld id="{A58D343A-4958-4276-A994-643E6E6977EE}" type="slidenum">
              <a:rPr lang="en-US" smtClean="0"/>
              <a:t>‹#›</a:t>
            </a:fld>
            <a:endParaRPr lang="en-US"/>
          </a:p>
        </p:txBody>
      </p:sp>
    </p:spTree>
    <p:extLst>
      <p:ext uri="{BB962C8B-B14F-4D97-AF65-F5344CB8AC3E}">
        <p14:creationId xmlns:p14="http://schemas.microsoft.com/office/powerpoint/2010/main" val="2958441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DFC40-5289-CE4B-245E-828B1202A4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33A7B1-33FE-5759-EBB7-519258593931}"/>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7E6338E-8004-561D-3571-30E618A07E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1F237A-B40A-433E-7306-B75639D30829}"/>
              </a:ext>
            </a:extLst>
          </p:cNvPr>
          <p:cNvSpPr>
            <a:spLocks noGrp="1"/>
          </p:cNvSpPr>
          <p:nvPr>
            <p:ph type="dt" sz="half" idx="10"/>
          </p:nvPr>
        </p:nvSpPr>
        <p:spPr/>
        <p:txBody>
          <a:bodyPr/>
          <a:lstStyle/>
          <a:p>
            <a:fld id="{BE99CD94-6A51-4A55-8E8E-C1A2D4B0CF49}" type="datetimeFigureOut">
              <a:rPr lang="en-US" smtClean="0"/>
              <a:t>9/24/2026</a:t>
            </a:fld>
            <a:endParaRPr lang="en-US"/>
          </a:p>
        </p:txBody>
      </p:sp>
      <p:sp>
        <p:nvSpPr>
          <p:cNvPr id="6" name="Footer Placeholder 5">
            <a:extLst>
              <a:ext uri="{FF2B5EF4-FFF2-40B4-BE49-F238E27FC236}">
                <a16:creationId xmlns:a16="http://schemas.microsoft.com/office/drawing/2014/main" id="{94B412EB-66D7-17FD-41D7-228CFEC2C7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E03EC7-E9B4-0E53-7897-BD4E1E3F3285}"/>
              </a:ext>
            </a:extLst>
          </p:cNvPr>
          <p:cNvSpPr>
            <a:spLocks noGrp="1"/>
          </p:cNvSpPr>
          <p:nvPr>
            <p:ph type="sldNum" sz="quarter" idx="12"/>
          </p:nvPr>
        </p:nvSpPr>
        <p:spPr/>
        <p:txBody>
          <a:bodyPr/>
          <a:lstStyle/>
          <a:p>
            <a:fld id="{A58D343A-4958-4276-A994-643E6E6977EE}" type="slidenum">
              <a:rPr lang="en-US" smtClean="0"/>
              <a:t>‹#›</a:t>
            </a:fld>
            <a:endParaRPr lang="en-US"/>
          </a:p>
        </p:txBody>
      </p:sp>
    </p:spTree>
    <p:extLst>
      <p:ext uri="{BB962C8B-B14F-4D97-AF65-F5344CB8AC3E}">
        <p14:creationId xmlns:p14="http://schemas.microsoft.com/office/powerpoint/2010/main" val="4012711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F96C7-BA47-78B2-8971-80BE660381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BF3F8B1-E90D-7058-DF28-74E1B12C33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B0715A-39C9-E09D-D93A-6BE5AAB928FD}"/>
              </a:ext>
            </a:extLst>
          </p:cNvPr>
          <p:cNvSpPr>
            <a:spLocks noGrp="1"/>
          </p:cNvSpPr>
          <p:nvPr>
            <p:ph type="dt" sz="half" idx="10"/>
          </p:nvPr>
        </p:nvSpPr>
        <p:spPr/>
        <p:txBody>
          <a:bodyPr/>
          <a:lstStyle/>
          <a:p>
            <a:fld id="{BE99CD94-6A51-4A55-8E8E-C1A2D4B0CF49}" type="datetimeFigureOut">
              <a:rPr lang="en-US" smtClean="0"/>
              <a:t>9/24/2026</a:t>
            </a:fld>
            <a:endParaRPr lang="en-US"/>
          </a:p>
        </p:txBody>
      </p:sp>
      <p:sp>
        <p:nvSpPr>
          <p:cNvPr id="5" name="Footer Placeholder 4">
            <a:extLst>
              <a:ext uri="{FF2B5EF4-FFF2-40B4-BE49-F238E27FC236}">
                <a16:creationId xmlns:a16="http://schemas.microsoft.com/office/drawing/2014/main" id="{8CE80269-CFC4-BCD1-5940-2DC8EDA109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1A092F-1030-DC07-B9FB-43F3BC39E5A6}"/>
              </a:ext>
            </a:extLst>
          </p:cNvPr>
          <p:cNvSpPr>
            <a:spLocks noGrp="1"/>
          </p:cNvSpPr>
          <p:nvPr>
            <p:ph type="sldNum" sz="quarter" idx="12"/>
          </p:nvPr>
        </p:nvSpPr>
        <p:spPr/>
        <p:txBody>
          <a:bodyPr/>
          <a:lstStyle/>
          <a:p>
            <a:fld id="{A58D343A-4958-4276-A994-643E6E6977EE}" type="slidenum">
              <a:rPr lang="en-US" smtClean="0"/>
              <a:t>‹#›</a:t>
            </a:fld>
            <a:endParaRPr lang="en-US"/>
          </a:p>
        </p:txBody>
      </p:sp>
    </p:spTree>
    <p:extLst>
      <p:ext uri="{BB962C8B-B14F-4D97-AF65-F5344CB8AC3E}">
        <p14:creationId xmlns:p14="http://schemas.microsoft.com/office/powerpoint/2010/main" val="2902573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42A0B9-6A6D-D178-39DF-F5D99371F0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8D7371-2C2E-6BB0-BE9D-3E6E865E51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BE2537-139F-FC1D-D838-F29B75ABD3BC}"/>
              </a:ext>
            </a:extLst>
          </p:cNvPr>
          <p:cNvSpPr>
            <a:spLocks noGrp="1"/>
          </p:cNvSpPr>
          <p:nvPr>
            <p:ph type="dt" sz="half" idx="10"/>
          </p:nvPr>
        </p:nvSpPr>
        <p:spPr/>
        <p:txBody>
          <a:bodyPr/>
          <a:lstStyle/>
          <a:p>
            <a:fld id="{BE99CD94-6A51-4A55-8E8E-C1A2D4B0CF49}" type="datetimeFigureOut">
              <a:rPr lang="en-US" smtClean="0"/>
              <a:t>9/24/2026</a:t>
            </a:fld>
            <a:endParaRPr lang="en-US"/>
          </a:p>
        </p:txBody>
      </p:sp>
      <p:sp>
        <p:nvSpPr>
          <p:cNvPr id="5" name="Footer Placeholder 4">
            <a:extLst>
              <a:ext uri="{FF2B5EF4-FFF2-40B4-BE49-F238E27FC236}">
                <a16:creationId xmlns:a16="http://schemas.microsoft.com/office/drawing/2014/main" id="{F8BF31B9-7463-5C7C-1565-3A076B1586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9A71DA-6471-0439-997B-138F84D031F6}"/>
              </a:ext>
            </a:extLst>
          </p:cNvPr>
          <p:cNvSpPr>
            <a:spLocks noGrp="1"/>
          </p:cNvSpPr>
          <p:nvPr>
            <p:ph type="sldNum" sz="quarter" idx="12"/>
          </p:nvPr>
        </p:nvSpPr>
        <p:spPr/>
        <p:txBody>
          <a:bodyPr/>
          <a:lstStyle/>
          <a:p>
            <a:fld id="{A58D343A-4958-4276-A994-643E6E6977EE}" type="slidenum">
              <a:rPr lang="en-US" smtClean="0"/>
              <a:t>‹#›</a:t>
            </a:fld>
            <a:endParaRPr lang="en-US"/>
          </a:p>
        </p:txBody>
      </p:sp>
    </p:spTree>
    <p:extLst>
      <p:ext uri="{BB962C8B-B14F-4D97-AF65-F5344CB8AC3E}">
        <p14:creationId xmlns:p14="http://schemas.microsoft.com/office/powerpoint/2010/main" val="1917755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CC67AB-9FFC-1A86-3B4E-BFEAD1B79F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2F325A-B4E6-BAC0-7F3E-738608FE84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1B9D0A-58A2-12EB-8A34-1771D037B2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99CD94-6A51-4A55-8E8E-C1A2D4B0CF49}" type="datetimeFigureOut">
              <a:rPr lang="en-US" smtClean="0"/>
              <a:t>9/24/2026</a:t>
            </a:fld>
            <a:endParaRPr lang="en-US"/>
          </a:p>
        </p:txBody>
      </p:sp>
      <p:sp>
        <p:nvSpPr>
          <p:cNvPr id="5" name="Footer Placeholder 4">
            <a:extLst>
              <a:ext uri="{FF2B5EF4-FFF2-40B4-BE49-F238E27FC236}">
                <a16:creationId xmlns:a16="http://schemas.microsoft.com/office/drawing/2014/main" id="{F14DAF46-E1A7-BCFC-9CDF-D2214F1263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7A8941B-79E9-8EDD-1EA8-D40F2CBF54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8D343A-4958-4276-A994-643E6E6977EE}" type="slidenum">
              <a:rPr lang="en-US" smtClean="0"/>
              <a:t>‹#›</a:t>
            </a:fld>
            <a:endParaRPr lang="en-US"/>
          </a:p>
        </p:txBody>
      </p:sp>
    </p:spTree>
    <p:extLst>
      <p:ext uri="{BB962C8B-B14F-4D97-AF65-F5344CB8AC3E}">
        <p14:creationId xmlns:p14="http://schemas.microsoft.com/office/powerpoint/2010/main" val="26908260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9000" b="-1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7B012-BA1B-19BF-691D-976D3151C186}"/>
              </a:ext>
            </a:extLst>
          </p:cNvPr>
          <p:cNvSpPr>
            <a:spLocks noGrp="1"/>
          </p:cNvSpPr>
          <p:nvPr>
            <p:ph type="ctrTitle"/>
          </p:nvPr>
        </p:nvSpPr>
        <p:spPr>
          <a:xfrm>
            <a:off x="1524000" y="609486"/>
            <a:ext cx="9144000" cy="2387600"/>
          </a:xfrm>
        </p:spPr>
        <p:txBody>
          <a:bodyPr/>
          <a:lstStyle/>
          <a:p>
            <a:r>
              <a:rPr lang="en-US" dirty="0">
                <a:highlight>
                  <a:srgbClr val="C0C0C0"/>
                </a:highlight>
              </a:rPr>
              <a:t>Studio Share</a:t>
            </a:r>
          </a:p>
        </p:txBody>
      </p:sp>
      <p:sp>
        <p:nvSpPr>
          <p:cNvPr id="3" name="Subtitle 2">
            <a:extLst>
              <a:ext uri="{FF2B5EF4-FFF2-40B4-BE49-F238E27FC236}">
                <a16:creationId xmlns:a16="http://schemas.microsoft.com/office/drawing/2014/main" id="{14B2464A-6A1C-0768-909E-0F6738B1A4A2}"/>
              </a:ext>
            </a:extLst>
          </p:cNvPr>
          <p:cNvSpPr>
            <a:spLocks noGrp="1"/>
          </p:cNvSpPr>
          <p:nvPr>
            <p:ph type="subTitle" idx="1"/>
          </p:nvPr>
        </p:nvSpPr>
        <p:spPr>
          <a:xfrm>
            <a:off x="1524000" y="3429000"/>
            <a:ext cx="9144000" cy="1655762"/>
          </a:xfrm>
        </p:spPr>
        <p:txBody>
          <a:bodyPr>
            <a:normAutofit/>
          </a:bodyPr>
          <a:lstStyle/>
          <a:p>
            <a:r>
              <a:rPr lang="en-US" sz="1400" dirty="0">
                <a:highlight>
                  <a:srgbClr val="C0C0C0"/>
                </a:highlight>
              </a:rPr>
              <a:t>Caleb James</a:t>
            </a:r>
          </a:p>
          <a:p>
            <a:r>
              <a:rPr lang="en-US" sz="1400" dirty="0">
                <a:highlight>
                  <a:srgbClr val="C0C0C0"/>
                </a:highlight>
              </a:rPr>
              <a:t>&amp;</a:t>
            </a:r>
          </a:p>
          <a:p>
            <a:r>
              <a:rPr lang="en-US" sz="1400" dirty="0">
                <a:highlight>
                  <a:srgbClr val="C0C0C0"/>
                </a:highlight>
              </a:rPr>
              <a:t>Clay Hyka</a:t>
            </a:r>
          </a:p>
        </p:txBody>
      </p:sp>
    </p:spTree>
    <p:extLst>
      <p:ext uri="{BB962C8B-B14F-4D97-AF65-F5344CB8AC3E}">
        <p14:creationId xmlns:p14="http://schemas.microsoft.com/office/powerpoint/2010/main" val="1713890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FC9AC-F3A9-6548-FC6D-C1F8BEC53CC8}"/>
              </a:ext>
            </a:extLst>
          </p:cNvPr>
          <p:cNvSpPr>
            <a:spLocks noGrp="1"/>
          </p:cNvSpPr>
          <p:nvPr>
            <p:ph type="title"/>
          </p:nvPr>
        </p:nvSpPr>
        <p:spPr/>
        <p:txBody>
          <a:bodyPr/>
          <a:lstStyle/>
          <a:p>
            <a:r>
              <a:rPr lang="en-US" dirty="0"/>
              <a:t>Description</a:t>
            </a:r>
          </a:p>
        </p:txBody>
      </p:sp>
      <p:sp>
        <p:nvSpPr>
          <p:cNvPr id="3" name="Content Placeholder 2">
            <a:extLst>
              <a:ext uri="{FF2B5EF4-FFF2-40B4-BE49-F238E27FC236}">
                <a16:creationId xmlns:a16="http://schemas.microsoft.com/office/drawing/2014/main" id="{116CCA6A-89FF-84BF-AF80-F5F0223BD696}"/>
              </a:ext>
            </a:extLst>
          </p:cNvPr>
          <p:cNvSpPr>
            <a:spLocks noGrp="1"/>
          </p:cNvSpPr>
          <p:nvPr>
            <p:ph idx="1"/>
          </p:nvPr>
        </p:nvSpPr>
        <p:spPr/>
        <p:txBody>
          <a:bodyPr/>
          <a:lstStyle/>
          <a:p>
            <a:r>
              <a:rPr lang="en-US" dirty="0"/>
              <a:t>Studio Share is an online platform that connects artists, musicians, makers, and other creative individuals with local creative spaces available for hourly rental. Users can search for and book spaces such as recording studios, rehearsal rooms, photography studios, and maker spaces based on their needs and availability.</a:t>
            </a:r>
          </a:p>
          <a:p>
            <a:endParaRPr lang="en-US" dirty="0"/>
          </a:p>
          <a:p>
            <a:r>
              <a:rPr lang="en-US" dirty="0"/>
              <a:t>The goal of Studio Share is to make finding and renting creative spaces simple, convenient, and accessible while also helping space owners generate income from unused or available spaces.</a:t>
            </a:r>
          </a:p>
        </p:txBody>
      </p:sp>
    </p:spTree>
    <p:extLst>
      <p:ext uri="{BB962C8B-B14F-4D97-AF65-F5344CB8AC3E}">
        <p14:creationId xmlns:p14="http://schemas.microsoft.com/office/powerpoint/2010/main" val="501487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84D7-DA43-EE85-58C7-38DD79FE3FE8}"/>
              </a:ext>
            </a:extLst>
          </p:cNvPr>
          <p:cNvSpPr>
            <a:spLocks noGrp="1"/>
          </p:cNvSpPr>
          <p:nvPr>
            <p:ph type="title"/>
          </p:nvPr>
        </p:nvSpPr>
        <p:spPr/>
        <p:txBody>
          <a:bodyPr/>
          <a:lstStyle/>
          <a:p>
            <a:r>
              <a:rPr lang="en-US" dirty="0"/>
              <a:t>Main Features</a:t>
            </a:r>
          </a:p>
        </p:txBody>
      </p:sp>
      <p:sp>
        <p:nvSpPr>
          <p:cNvPr id="3" name="Content Placeholder 2">
            <a:extLst>
              <a:ext uri="{FF2B5EF4-FFF2-40B4-BE49-F238E27FC236}">
                <a16:creationId xmlns:a16="http://schemas.microsoft.com/office/drawing/2014/main" id="{9BA14ED6-9CA5-885B-8916-C43DF30E2284}"/>
              </a:ext>
            </a:extLst>
          </p:cNvPr>
          <p:cNvSpPr>
            <a:spLocks noGrp="1"/>
          </p:cNvSpPr>
          <p:nvPr>
            <p:ph idx="1"/>
          </p:nvPr>
        </p:nvSpPr>
        <p:spPr>
          <a:xfrm>
            <a:off x="838199" y="1825625"/>
            <a:ext cx="5356123" cy="4351338"/>
          </a:xfrm>
        </p:spPr>
        <p:txBody>
          <a:bodyPr/>
          <a:lstStyle/>
          <a:p>
            <a:pPr marL="0" indent="0">
              <a:buNone/>
            </a:pPr>
            <a:r>
              <a:rPr lang="en-US" b="1" dirty="0"/>
              <a:t>Provider</a:t>
            </a:r>
            <a:r>
              <a:rPr lang="en-US" dirty="0"/>
              <a:t> </a:t>
            </a:r>
          </a:p>
          <a:p>
            <a:r>
              <a:rPr lang="en-US" dirty="0"/>
              <a:t>Create/List Creative Spaces</a:t>
            </a:r>
          </a:p>
          <a:p>
            <a:r>
              <a:rPr lang="en-US" dirty="0"/>
              <a:t>Edit listing</a:t>
            </a:r>
          </a:p>
          <a:p>
            <a:r>
              <a:rPr lang="en-US" dirty="0"/>
              <a:t>Manage bookings</a:t>
            </a:r>
          </a:p>
          <a:p>
            <a:pPr marL="0" indent="0">
              <a:buNone/>
            </a:pPr>
            <a:endParaRPr lang="en-US" dirty="0"/>
          </a:p>
          <a:p>
            <a:endParaRPr lang="en-US" dirty="0"/>
          </a:p>
        </p:txBody>
      </p:sp>
      <p:sp>
        <p:nvSpPr>
          <p:cNvPr id="4" name="TextBox 3">
            <a:extLst>
              <a:ext uri="{FF2B5EF4-FFF2-40B4-BE49-F238E27FC236}">
                <a16:creationId xmlns:a16="http://schemas.microsoft.com/office/drawing/2014/main" id="{130AB758-FE47-F35B-32BB-61F4A718C659}"/>
              </a:ext>
            </a:extLst>
          </p:cNvPr>
          <p:cNvSpPr txBox="1"/>
          <p:nvPr/>
        </p:nvSpPr>
        <p:spPr>
          <a:xfrm>
            <a:off x="6096000" y="1825625"/>
            <a:ext cx="6205417" cy="1815882"/>
          </a:xfrm>
          <a:prstGeom prst="rect">
            <a:avLst/>
          </a:prstGeom>
          <a:noFill/>
        </p:spPr>
        <p:txBody>
          <a:bodyPr wrap="none" rtlCol="0">
            <a:spAutoFit/>
          </a:bodyPr>
          <a:lstStyle/>
          <a:p>
            <a:r>
              <a:rPr lang="en-US" sz="2800" b="1" dirty="0"/>
              <a:t>Customer</a:t>
            </a:r>
          </a:p>
          <a:p>
            <a:pPr marL="457200" indent="-457200">
              <a:buFont typeface="Arial" panose="020B0604020202020204" pitchFamily="34" charset="0"/>
              <a:buChar char="•"/>
            </a:pPr>
            <a:r>
              <a:rPr lang="en-US" sz="2800" dirty="0"/>
              <a:t>Search for Creative Spaces</a:t>
            </a:r>
          </a:p>
          <a:p>
            <a:pPr marL="457200" indent="-457200">
              <a:buFont typeface="Arial" panose="020B0604020202020204" pitchFamily="34" charset="0"/>
              <a:buChar char="•"/>
            </a:pPr>
            <a:r>
              <a:rPr lang="en-US" sz="2800" dirty="0"/>
              <a:t>Book a time slot for Creative Spaces</a:t>
            </a:r>
          </a:p>
          <a:p>
            <a:pPr marL="457200" indent="-457200">
              <a:buFont typeface="Arial" panose="020B0604020202020204" pitchFamily="34" charset="0"/>
              <a:buChar char="•"/>
            </a:pPr>
            <a:r>
              <a:rPr lang="en-US" sz="2800" dirty="0"/>
              <a:t>View Details about each space</a:t>
            </a:r>
          </a:p>
        </p:txBody>
      </p:sp>
    </p:spTree>
    <p:extLst>
      <p:ext uri="{BB962C8B-B14F-4D97-AF65-F5344CB8AC3E}">
        <p14:creationId xmlns:p14="http://schemas.microsoft.com/office/powerpoint/2010/main" val="4081879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18E40-F6EF-B898-95D4-32C3EB5844A8}"/>
              </a:ext>
            </a:extLst>
          </p:cNvPr>
          <p:cNvSpPr>
            <a:spLocks noGrp="1"/>
          </p:cNvSpPr>
          <p:nvPr>
            <p:ph type="title"/>
          </p:nvPr>
        </p:nvSpPr>
        <p:spPr/>
        <p:txBody>
          <a:bodyPr/>
          <a:lstStyle/>
          <a:p>
            <a:r>
              <a:rPr lang="en-US" dirty="0"/>
              <a:t>Overview of the system</a:t>
            </a:r>
          </a:p>
        </p:txBody>
      </p:sp>
      <p:pic>
        <p:nvPicPr>
          <p:cNvPr id="9" name="Content Placeholder 8">
            <a:extLst>
              <a:ext uri="{FF2B5EF4-FFF2-40B4-BE49-F238E27FC236}">
                <a16:creationId xmlns:a16="http://schemas.microsoft.com/office/drawing/2014/main" id="{D0F80043-0E58-DABE-CD27-7A7BD6A631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32496" y="1825625"/>
            <a:ext cx="6527007" cy="4351338"/>
          </a:xfrm>
          <a:prstGeom prst="rect">
            <a:avLst/>
          </a:prstGeom>
        </p:spPr>
      </p:pic>
    </p:spTree>
    <p:extLst>
      <p:ext uri="{BB962C8B-B14F-4D97-AF65-F5344CB8AC3E}">
        <p14:creationId xmlns:p14="http://schemas.microsoft.com/office/powerpoint/2010/main" val="1157206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127</TotalTime>
  <Words>128</Words>
  <Application>Microsoft Office PowerPoint</Application>
  <PresentationFormat>Widescreen</PresentationFormat>
  <Paragraphs>18</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Studio Share</vt:lpstr>
      <vt:lpstr>Description</vt:lpstr>
      <vt:lpstr>Main Features</vt:lpstr>
      <vt:lpstr>Overview of the system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 J</dc:creator>
  <cp:lastModifiedBy>C J</cp:lastModifiedBy>
  <cp:revision>1</cp:revision>
  <dcterms:created xsi:type="dcterms:W3CDTF">2026-09-24T08:11:39Z</dcterms:created>
  <dcterms:modified xsi:type="dcterms:W3CDTF">2026-09-24T10:19:08Z</dcterms:modified>
</cp:coreProperties>
</file>